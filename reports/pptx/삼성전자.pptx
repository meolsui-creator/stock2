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삼성전자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가치투자 관점 리서치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707070"/>
                </a:solidFill>
                <a:latin typeface="맑은 고딕"/>
                <a:ea typeface="맑은 고딕"/>
                <a:cs typeface="맑은 고딕"/>
              </a:rPr>
              <a:t>작성일 2026-06-16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종목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3810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삼성전자(005930) — 한국거래소(KRX) 상장 종목입니다. (출처: FinanceDataReader / 기준일 2026-06-16)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최근 종가는 343,000원입니다. (출처: FinanceDataReader / 기준일 2026-06-16)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3810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DART_KEY 미설정 또는 조회 실패로 재무 수치는 **확인 불가**입니다. `.env`에 `DART_KEY`를 설정하면 자동 수집됩니다. (기준일 2026-06-16)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가격/추세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3810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삼성전자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71600"/>
            <a:ext cx="109728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-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최근 1년 종가 기준 고점 360,500원, 저점 57,200원입니다. (출처: FinanceDataReader / 기준일 2026-06-16)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최근 약 1개월 등락률은 +15.9%입니다. (출처: FinanceDataReader / 기준일 2026-06-16)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최근 20거래일 평균 거래량은 약 31,716,915주입니다. (출처: FinanceDataReader / 기준일 2026-06-16)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뉴스·심리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3810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본 자동 파이프라인은 뉴스·심리를 수집하지 않습니다. 뉴스·심리 분석은 Claude Code의 `news-sentiment-analyst`로 별도 수행해 주십시오. (기준일 2026-06-16)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3810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• 정량 리스크(유동성·변동성) 점검은 Claude Code의 `risk-manager-analyst`로 보강하는 것을 권장합니다. (기준일 2026-06-16)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 줄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38100"/>
          </a:xfrm>
          <a:prstGeom prst="rect">
            <a:avLst/>
          </a:prstGeom>
          <a:solidFill>
            <a:srgbClr val="F37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09441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삼성전자의 최근 1년 가격은 고점 360,500원·저점 57,200원 구간에서 형성되었으며, 본 자료는 출처 있는 수치만으로 구성한 학습용 분석입니다.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맑은 고딕"/>
                <a:ea typeface="맑은 고딕"/>
                <a:cs typeface="맑은 고딕"/>
              </a:rPr>
              <a:t>학습용 분석 자료입니다 · 매수/매도·목표가 판단을 제공하지 않습니다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